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KANNADA DIGITAL INNOVATION HACKATHON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2801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2B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06 — Travel &amp; Tourism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NammaTrip AI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9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Intelligent Karnataka Travel Planner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402336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2B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itineraries, day-by-day schedules, and transparent INR cost breakdowns tailored to your time, budget, and travel interests.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5303520"/>
            <a:ext cx="10332720" cy="731520"/>
          </a:xfrm>
          <a:prstGeom prst="rect">
            <a:avLst/>
          </a:prstGeom>
          <a:solidFill>
            <a:srgbClr val="1B4332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54864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Organized by HackerRank Campus Crew • The National Institute of Engineering (NIE), Mysuru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Karnataka Travel Planning Challenge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10698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3736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Objective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01168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1F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an AI-powered travel planner that creates personalized Karnataka itineraries based on a traveller's interests, available time, budget, and preferred type of experience.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4747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&amp; Budget Travellers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420624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strict cost ceilings in INR, low-cost KSRTC transport routes, and affordable stays with zero hidden surprises.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320040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34747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Families &amp; Groups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420624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 balanced schedules without travel fatigue, sensible hotel room counting (double occupancy), and kid/elderly friendly activities.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320040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34747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First-Time Visitors &amp; Solo Explorers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21040" y="420624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Seek authentic cultural immersion (Mysore Dasara, Hampi ruins, Coorg coffee, Gokarna cliffs) without spending hours on research.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Planning Gaps &amp; Traveller Friction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745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RESEARCH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224028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Quo: Travellers juggle 8-12 disjointed browser tabs: travel blogs, YouTube vlogs, TripAdvisor, and Google Maps.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88036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Traveller Pain: Cognitive overload and contradictory advice on Karnataka road conditions and travel times.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8745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GUESSWORK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0" y="224028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Quo: Traditional portals only show individual flight or hotel room rates without holistic trip totals.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288036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Traveller Pain: No transparent separation of group vs per-person costs (monument tickets, food, fuel, tolls).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93192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1605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INFEASIBILITY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452628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Quo: Generic itineraries often group distant places (e.g. Gokarna and Hampi in 1 day) without road reality.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516636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Traveller Pain: Travellers face extreme driving exhaustion on narrow Western Ghats hairpin ghat roads.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393192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41605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PURPLE "AI WRAPPERS"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452628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Quo: Typical hackathon AI tools output vague text paragraphs without validated schemas or budgets.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516636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Traveller Pain: Fail completely when API keys expire, without any deterministic fallback for reliable judging.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NammaTrip AI: Intelligent Karnataka Travel Architect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560320" cy="43891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5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05840" y="25603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 Karnataka Dataset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3291840"/>
            <a:ext cx="20116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15+ verified destinations with authentic coordinates, daily cost bands, recommended duration, and local cultural tips.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1645920"/>
            <a:ext cx="2560320" cy="43891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1920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5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749040" y="25603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Engine Architecture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49040" y="3291840"/>
            <a:ext cx="20116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2.5 Flash for nuanced creative planning + 100% deterministic local fallback when offline or without API key.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645920"/>
            <a:ext cx="2560320" cy="43891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920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5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92240" y="25603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Programmatic Budget Engine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3291840"/>
            <a:ext cx="20116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mathematical audit of rooms, meals, and transport in INR (₹). Flags over-budget trips and suggests cost optimizations.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61120" y="1645920"/>
            <a:ext cx="2560320" cy="43891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1920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5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235440" y="25603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Zero-Friction Local Persistence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35440" y="3291840"/>
            <a:ext cx="20116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localStorage saving without logins, interactive OpenStreetMap routes, and one-click Print-to-PDF export.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Seamless 5-Stage Traveller Journey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011680" cy="43891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920240"/>
            <a:ext cx="1554480" cy="320040"/>
          </a:xfrm>
          <a:prstGeom prst="rect">
            <a:avLst/>
          </a:prstGeom>
          <a:solidFill>
            <a:srgbClr val="E9F3EE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9659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1645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curated Karnataka destinations with region and interest filters. Click "Plan Trip" to prefill planner.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0" y="1645920"/>
            <a:ext cx="2011680" cy="43891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54680" y="1920240"/>
            <a:ext cx="1554480" cy="320040"/>
          </a:xfrm>
          <a:prstGeom prst="rect">
            <a:avLst/>
          </a:prstGeom>
          <a:solidFill>
            <a:srgbClr val="E9F3EE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19659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08960" y="24688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Constraints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08960" y="3108960"/>
            <a:ext cx="1645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origin, party size (1-20), duration (1-10 days), target INR budget, travel tier, and interest themes.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0640" y="1645920"/>
            <a:ext cx="2011680" cy="43891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49240" y="1920240"/>
            <a:ext cx="1554480" cy="320040"/>
          </a:xfrm>
          <a:prstGeom prst="rect">
            <a:avLst/>
          </a:prstGeom>
          <a:solidFill>
            <a:srgbClr val="E9F3EE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9240" y="19659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03520" y="24688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Synthesis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03520" y="3108960"/>
            <a:ext cx="1645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validates inputs via Zod, queries Gemini / Fallback engine, and pairs geographically close stops.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0" y="1645920"/>
            <a:ext cx="2011680" cy="43891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43800" y="1920240"/>
            <a:ext cx="1554480" cy="320040"/>
          </a:xfrm>
          <a:prstGeom prst="rect">
            <a:avLst/>
          </a:prstGeom>
          <a:solidFill>
            <a:srgbClr val="E9F3EE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43800" y="19659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98080" y="24688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&amp; Audit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98080" y="3108960"/>
            <a:ext cx="1645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morning, afternoon, evening activities, Leaflet route map, and itemized budget feasibility breakdown.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509760" y="1645920"/>
            <a:ext cx="2011680" cy="43891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38360" y="1920240"/>
            <a:ext cx="1554480" cy="320040"/>
          </a:xfrm>
          <a:prstGeom prst="rect">
            <a:avLst/>
          </a:prstGeom>
          <a:solidFill>
            <a:srgbClr val="E9F3EE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38360" y="19659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692640" y="24688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&amp; Export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92640" y="3108960"/>
            <a:ext cx="1645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 plan in browser localStorage, copy formatted text summary, or export clean printable PDF.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TECH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 Full-Stack Next.js App Router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8308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CLIENT (Next.js 16 + React 19 + Tailwind v4)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205740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Router Pages (/, /plan, /explore, /saved, /itinerary/[id]) • Responsive Editorial UI • OpenStreetMap Leaflet Map • Lucide React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E9F3EE"/>
          </a:solidFill>
          <a:ln w="12700">
            <a:solidFill>
              <a:srgbClr val="E3DE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88036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SERVER-SIDE API &amp; VALIDATION (Node.js runtime)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315468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/api/itinerary • Strict Zod Input Validation • Server-Side API Key Protection (Zero Client Secrets) • Request Timeout Guard (25s)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3840480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97764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&amp; SYNTHESIS LAYER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425196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2.5 Flash SDK (@google/genai) with Structured JSON Output Schema ↔ Verified Deterministic Fallback Engine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4937760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FDF6F2"/>
          </a:solidFill>
          <a:ln w="12700">
            <a:solidFill>
              <a:srgbClr val="E3DE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507492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CALCULATION ENGINES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534924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 Karnataka Dataset (15 destinations, verified coordinates) • Programmatic Budget Engine (Group/Person accounting, INR, Feasibility Score) • Browser LocalStorage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DEMONSTRATION &amp; 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Demonstrated Test Itinerary: Bengaluru to Mysuru &amp; Kabini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66928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3-Day Balanced Schedule (2 Travellers)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2194560"/>
            <a:ext cx="51206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Day 1: Bengaluru Departure → Mysore Palace &amp; Devaraja Market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Morning: Vande Bharat express from Bengaluru to Mysuru, check-in.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Afternoon: Guided tour of Mysore Palace (Amba Vilas) and Durbar Hall.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Evening: Fragrant Devaraja Market stroll &amp; authentic Mysore Pak tasting.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Day 2: Chamundi Hill &amp; Scenic Drive to Kabini River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Morning: Ascent to Chamundi Hill, Chamundeshwari Temple &amp; Nandi bull.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Afternoon: Drive through teak forest to Kabini River lodge / homestay.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Evening: Kabini sunset boat safari spotting marsh crocodiles and birds.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Day 3: Nagarhole Safari &amp; Return Transit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Morning: Early open-jeep tiger and elephant safari in Nagarhole reserve.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Afternoon: Traditional lunch and return drive towards Bengaluru.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675120" y="1645920"/>
            <a:ext cx="475488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18288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Programmatic Budget Audit (INR ₹)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49440" y="2194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(Flexible Train/Cab)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875520" y="2194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₹4,500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49440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Accommodation (1 Room, 2 Nights)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875520" y="26060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₹5,600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49440" y="30175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&amp; Dining (2 people, 3 days)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875520" y="3017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₹5,400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49440" y="3429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&amp; Safaris (Palace + Kabini)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875520" y="34290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₹3,000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49440" y="3840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Contingency Buffer (6% tolls/water)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875520" y="38404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₹1,110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49440" y="4251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Estimated Trip Cost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875520" y="42519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₹19,610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49440" y="46634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Allocated Budget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875520" y="46634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₹20,000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49440" y="50749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Status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875520" y="5074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Budget (98%)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0058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Empowering Travellers Across Karnataka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4937760" cy="4114800"/>
          </a:xfrm>
          <a:prstGeom prst="roundRect">
            <a:avLst>
              <a:gd name="adj" fmla="val 2222"/>
            </a:avLst>
          </a:prstGeom>
          <a:solidFill>
            <a:srgbClr val="1B4332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21031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Achievements Today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256032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9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100% Focused on Problem Statement 06 (Karnataka Tourism)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9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Working Next.js 16 Production Build with TypeScript &amp; Zod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9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Dual-Engine Design: Google Gemini 2.5 + Deterministic Fallback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9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Fully testable offline without requiring paid API keys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9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Curated dataset of 15 Karnataka destinations &amp; coordinates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9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Programmatic INR budget breakdown with feasibility scoring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9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Zero authentication required; local browser persistence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9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Print-to-PDF export &amp; clipboard summary sharing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09360" y="1828800"/>
            <a:ext cx="4937760" cy="4114800"/>
          </a:xfrm>
          <a:prstGeom prst="roundRect">
            <a:avLst>
              <a:gd name="adj" fmla="val 2222"/>
            </a:avLst>
          </a:prstGeom>
          <a:solidFill>
            <a:srgbClr val="143828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21031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Roadmap (Post-Hackathon)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0" y="256032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A2B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Live KSRTC bus &amp; Indian Railways API seat integration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A2B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Multilingual Kannada Voice Assistant (Kannada Speech-to-Text)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A2B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Dynamic Western Ghats monsoon weather &amp; landslide advisory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A2B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Direct integration with Karnataka Tourism (KSTDC) bookings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A2B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Collaborative group itinerary voting &amp; split-fare payments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Kannada Digital Innovation Hackathon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NammaTrip AI — Intelligent Karnataka Travel Planner</dc:title>
  <dc:subject>Problem Statement 06 — AI Travel Planner for Karnataka</dc:subject>
  <dc:creator>NammaTrip AI Team</dc:creator>
  <cp:lastModifiedBy>NammaTrip AI Team</cp:lastModifiedBy>
  <cp:revision>1</cp:revision>
  <dcterms:created xsi:type="dcterms:W3CDTF">2026-10-24T17:17:18Z</dcterms:created>
  <dcterms:modified xsi:type="dcterms:W3CDTF">2026-10-24T17:17:18Z</dcterms:modified>
</cp:coreProperties>
</file>