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KANNADA DIGITAL INNOVATION HACKATHON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06 — Travel &amp; Tourism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NammaTrip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ನಮ್ಮ ಟ್ರಿಪ್ • AI Travel Planner for Karnataka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Intelligent Karnataka Travel Planner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itineraries, day-by-day schedules, and transparent INR cost breakdowns tailored to your time, budget, and travel interests.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754880"/>
            <a:ext cx="6949440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BY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5138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HackerRank Campus Crew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5532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National Institute of Engineering (NIE), Mysuru • October 2026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731520"/>
            <a:ext cx="3410712" cy="5394960"/>
          </a:xfrm>
          <a:prstGeom prst="roundRect">
            <a:avLst>
              <a:gd name="adj" fmla="val 3217"/>
            </a:avLst>
          </a:prstGeom>
          <a:solidFill>
            <a:srgbClr val="1438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960120"/>
            <a:ext cx="2862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123444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Real Karnataka Travel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187452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15 Curated Destinations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211226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Mysuru, Hampi, Coorg, Gokarna, Badami, Udupi &amp; more with verified coordinates.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21040" y="269748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Dual-Engine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49640" y="293522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+ Deterministic offline fallback planner for 100% judging viability.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Programmatic INR Budget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375818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Double-occupancy hotel rooms, transport, meals, and 6% buffer mathematically audited.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21040" y="434340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Interactive OpenStreetMap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458114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geospatial route mapping with verified coordinates and external map links.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21040" y="5166360"/>
            <a:ext cx="2862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Zero-Login Local Persistence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5404104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localStorage saving, clipboard summary export, and Print-to-PDF formatting.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Karnataka Travel Planning Challenge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225296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personalized travel planning across Karnataka requires domain-specific intelligence.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E3D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07259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137160" cy="12801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2024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PROBLEM STATEMENT REQUIREMENT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1762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"Develop an AI-powered travel planner that creates personalized Karnataka itineraries based on a traveller's interests, available time, budget, and preferred type of experience."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Mandate: Discover suitable Karnataka destinations, plan by duration &amp; budget in INR, generate practical day-wise schedules, and provide transparent expense breakdowns.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341071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429000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Budget Travellers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2953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Cost Ceilings &amp; Public Transit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406908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guaranteed budget ceilings in INR with zero surprise expenses.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60120" y="4544568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544568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 on economical KSRTC Rajahamsa/Sarige buses and Indian Railways.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60120" y="5020056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5020056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clean guest lodges, temple annadaana, and local darshini dining.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60120" y="5495544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5495544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offline-ready day itineraries for connectivity-sparse regions.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389120" y="3246120"/>
            <a:ext cx="341071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429000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&amp; Holiday Groups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3749040"/>
            <a:ext cx="2953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Pacing &amp; Realistic Lodging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406908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069080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balanced pacing without exhaustion on winding Western Ghats ghat roads.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617720" y="4544568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544568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realistic double-occupancy room formulas (2 people per room).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617720" y="5020056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5020056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wholesome experiences: Mysore Palace, Lalbagh, Jog Falls, wildlife safaris.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617720" y="5495544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5495544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group-wide expense clarity before departure.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046720" y="3246120"/>
            <a:ext cx="341071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3429000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Visitors &amp; Explorers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75320" y="3749040"/>
            <a:ext cx="2953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 Heritage &amp; Cultural Guidance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75320" y="406908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58200" y="4069080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seamless discovery across royal south, coast, and rock-cut north Karnataka.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8275320" y="4544568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58200" y="4544568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verified temple dress codes, camera permit rules, and seasonal timing advice.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8275320" y="5020056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58200" y="5020056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authentic regional gastronomy (Mysore Pak, Neer Dosa, Jolada Rotti).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8275320" y="5495544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58200" y="5495544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10+ hours of confusing, contradictory blog research.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NammaTrip AI • Problem Statement 06 • Kannada Digital Innovation Hackathon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Travel Planning Gaps &amp; Friction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225296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travellers plan Karnataka trips today, and why current generic approaches fail.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E3D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2303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01: FRAGMENTED RESEARCH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 &amp; Planning Fatigue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5328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532888"/>
            <a:ext cx="3995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Travellers consult 8-12 disjointed browser tabs: travel blogs, TripAdvisor, YouTube vlogs, and Google Maps.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0815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3081528"/>
            <a:ext cx="3995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Contradictory advice on Western Ghats driving conditions, seasonal timings, and permit requirements causes cognitive exhaustion.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7064" y="1783080"/>
            <a:ext cx="52303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965960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02: BUDGET GUESSWORK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55664" y="219456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Costs &amp; Misleading Portals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25328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32904" y="2532888"/>
            <a:ext cx="3995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OTAs only quote isolated flight or hotel room rates, ignoring true on-ground trip costs.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30815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Friction: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32904" y="3081528"/>
            <a:ext cx="3995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transparent separation of group vs per-person expenses. Fuel, tolls, meals, and monument tickets add 35-50% surprise costs.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59352"/>
            <a:ext cx="52303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42232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03: GEOGRAPHIC INFEASIBILITY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3708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Unrealistic Travel Durations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7091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4709160"/>
            <a:ext cx="3995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planners group distant cities (e.g. Gokarna to Hampi in 1 day) without road reality.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52578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5257800"/>
            <a:ext cx="3995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Overlooks narrow 30 km/h ghat roads in Coorg and Chikkamagaluru, leaving travellers trapped in transit instead of sightseeing.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27064" y="3959352"/>
            <a:ext cx="52303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4142232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04: FRAGILE AI WRAPPERS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55664" y="43708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&amp; Zero Offline Reliability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55664" y="47091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32904" y="4709160"/>
            <a:ext cx="3995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hackathon prototypes are thin LLM wrappers that output vague prose without structured schemas.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55664" y="52578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Friction: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32904" y="5257800"/>
            <a:ext cx="3995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errors in budgets, fabricated train schedules, and complete app failure when API keys expire or rate-limit.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NammaTrip AI • Problem Statement 06 • Kannada Digital Innovation Hackathon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NammaTrip AI: Architecture &amp; Key Differentiation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225296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verified Karnataka tourism knowledge with intelligent itinerary design and budget audits.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E3D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2496312" cy="429768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2039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Karnataka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99923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Verified Destinations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20391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Hand-curated repository covering South, Coast, Malenadu, Central, and North Karnataka. Features verified coordinates, Kannada names, cost ranges, and cultural tips.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2130552" cy="777240"/>
          </a:xfrm>
          <a:prstGeom prst="roundRect">
            <a:avLst>
              <a:gd name="adj" fmla="val 5882"/>
            </a:avLst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1663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fabricated attractions or unrealistic travel times.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783080"/>
            <a:ext cx="2496312" cy="429768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96596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03320" y="2468880"/>
            <a:ext cx="2039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99923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+ Fallback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03320" y="3337560"/>
            <a:ext cx="20391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SDK produces nuanced schedules via strict Zod JSON schemas. Seamlessly falls back to our Deterministic Knowledge Planner if offline.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5120640"/>
            <a:ext cx="2130552" cy="777240"/>
          </a:xfrm>
          <a:prstGeom prst="roundRect">
            <a:avLst>
              <a:gd name="adj" fmla="val 5882"/>
            </a:avLst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51663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demoable by judges without paid API keys.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2496312" cy="429768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6596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46520" y="2468880"/>
            <a:ext cx="2039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Budget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99923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INR Accounting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3337560"/>
            <a:ext cx="20391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double-occupancy hotel rooms, transport, meals, and 6% buffer mathematically. Flags over-budget plans and suggests actionable economizing tips.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5120640"/>
            <a:ext cx="2130552" cy="777240"/>
          </a:xfrm>
          <a:prstGeom prst="roundRect">
            <a:avLst>
              <a:gd name="adj" fmla="val 5882"/>
            </a:avLst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51663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mathematical hallucinations or hidden fees.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61120" y="1783080"/>
            <a:ext cx="2496312" cy="4297680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196596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039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Persistence &amp; Export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89720" y="299923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Login Friction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89720" y="3337560"/>
            <a:ext cx="20391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browser localStorage persistence across refreshes. OpenStreetMap route visualization, one-click clipboard summary, and browser Print-to-PDF export.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0" y="5120640"/>
            <a:ext cx="2130552" cy="777240"/>
          </a:xfrm>
          <a:prstGeom prst="roundRect">
            <a:avLst>
              <a:gd name="adj" fmla="val 5882"/>
            </a:avLst>
          </a:prstGeom>
          <a:solidFill>
            <a:srgbClr val="E9F3EE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51663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signup barriers or invasive tracking.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NammaTrip AI • Problem Statement 06 • Kannada Digital Innovation Hackathon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Traveller Journey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225296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inspiration to day-wise schedule and budget audit in under 60 seconds.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E3D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993392" cy="4297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659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933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/explore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&amp; Prefill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" y="306324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15 Karnataka destinations by region &amp; theme.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68680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" y="388620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verified coordinates and daily cost guides.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470916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"Plan Trip" prefills the planner form.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907792" y="1783080"/>
            <a:ext cx="1993392" cy="4297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6392" y="19659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19933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76472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24231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Constraints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44952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55264" y="306324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starting city, party size (1–20), duration (1–10 days).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044952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55264" y="388620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total budget ceiling in INR (₹).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044952" y="4709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55264" y="470916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travel style tier &amp; multi-interest themes.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84064" y="1783080"/>
            <a:ext cx="1993392" cy="4297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12664" y="19659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12664" y="19933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52744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/api/itinerary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66944" y="24231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Synthesis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21224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31536" y="306324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validates inputs strictly with Zod.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221224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31536" y="388620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Haversine clustering to avoid travel fatigue.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221224" y="4709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31536" y="470916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Gemini 2.5 or Fallback engine with schemas.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260336" y="1783080"/>
            <a:ext cx="1993392" cy="4297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88936" y="19659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88936" y="19933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29016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/itinerary/[id]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43216" y="24231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Map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97496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07808" y="306324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morning, afternoon, evening activities.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397496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07808" y="388620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OpenStreetMap Leaflet route &amp; coordinates.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7397496" y="4709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07808" y="470916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itemized budget and feasibility score.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9436608" y="1783080"/>
            <a:ext cx="1993392" cy="42976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65208" y="1965960"/>
            <a:ext cx="594360" cy="320040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65208" y="19933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305288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/saved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619488" y="24231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&amp; Export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573768" y="30632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784080" y="306324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browser localStorage without login.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9573768" y="3886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784080" y="388620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formatted summary text to clipboard.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9573768" y="4709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784080" y="4709160"/>
            <a:ext cx="1481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clean browser Print-to-PDF export.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NammaTrip AI • Problem Statement 06 • Kannada Digital Innovation Hackathon 2026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Technical Architecture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225296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Robust, decoupled system built for type safety, performance, and zero-downtime reliability.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E3D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07259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PRESENTATION &amp; CLIENT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203911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App Router + React 19 + Tailwind CSS v4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31343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Pages: Home (/), Explore (/explore), Planner (/plan), Itinerary (/itinerary/[id]), Saved (/saved).  •  Responsive editorial UI with custom brand tokens, Leaflet OpenStreetMap routes, Lucide React icons.  •  Zero-login browser localStorage client persistence and print-to-PDF export styles.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31520" y="2862072"/>
            <a:ext cx="10725912" cy="960120"/>
          </a:xfrm>
          <a:prstGeom prst="roundRect">
            <a:avLst>
              <a:gd name="adj" fmla="val 5714"/>
            </a:avLst>
          </a:prstGeom>
          <a:solidFill>
            <a:srgbClr val="E9F3EE"/>
          </a:solidFill>
          <a:ln w="12700">
            <a:solidFill>
              <a:srgbClr val="B7D7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535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API &amp; VALIDATION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3118104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Route Handlers + Zod Schema Validation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39242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/api/itinerary endpoint with strict runtime input validation via plannerInputSchema.  •  Server-side API key protection: zero client bundle secret exposure; 25-second timeout guard.  •  Sanitizes user input and rejects invalid budgets, negative travellers, or out-of-range days.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31520" y="3941064"/>
            <a:ext cx="107259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325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INTELLIGENCE &amp; SYNTHESIS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0120" y="4197096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Dual-Engine: Google Gemini 2.5 Flash + Deterministic Fallback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47141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@google/genai SDK with structured JSON output enforced via aiItineraryOutputSchema.  •  Autonomous fallback planner: evaluates curated destinations offline when API key is unconfigured.  •  Haversine distance matrix prevents extreme cross-state travel hops (e.g. Bidar to Coorg).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31520" y="5020056"/>
            <a:ext cx="10725912" cy="960120"/>
          </a:xfrm>
          <a:prstGeom prst="roundRect">
            <a:avLst>
              <a:gd name="adj" fmla="val 5714"/>
            </a:avLst>
          </a:prstGeom>
          <a:solidFill>
            <a:srgbClr val="FDF6F2"/>
          </a:solidFill>
          <a:ln w="12700">
            <a:solidFill>
              <a:srgbClr val="F2D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11149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DATA &amp; CALCULATION ENGINE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0120" y="5276088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Karnataka Dataset + Programmatic Budget Engine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555040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15+ Karnataka destination catalogue: coordinates, Kannada names, cost ranges, and tips.  •  Mathematical budget audit: double-occupancy hotel rooms, transport, meals, and 6% buffer.  •  Automated feasibility evaluation in INR (₹) with status scoring and economizing recommendations.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NammaTrip AI • Problem Statement 06 • Kannada Digital Innovation Hackathon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&amp;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Demonstrated Test Itinerary: Bengaluru to Mysuru &amp; Kabini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225296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verified test case demonstrating realistic day-wise scheduling and programmatic budget auditing.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E3D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5623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SCHEDULE (2 TRAVELLERS • 3 DAYS)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→ Mysuru &amp; Kabini Safari Circuit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ROYAL HERITAGE &amp; FLAVORS OF MYSURU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82549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Morning: Vande Bharat Express from Bengaluru KSR to Mysuru; check-in.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051560" y="308152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Afternoon: Guided walking tour of Mysore Palace (Amba Vilas) &amp; Durbar Hall.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051560" y="333756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Evening: Devaraja Market heritage stroll &amp; authentic Guru Sweets Mysore Pak.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CHAMUNDI HILL &amp; WILDLIFE TRANSIT TO KABINI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92277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Morning: Climb Chamundi Hill for Chamundeshwari Temple &amp; Nandi bull.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051560" y="417880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Afternoon: Scenic drive past teak forests to Kabini River lodge / homestay.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051560" y="443484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Evening: Kabini sunset boat safari spotting marsh crocodiles and birds.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60120" y="480060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NAGARHOLE JEEP SAFARI &amp; RETURN JOURNEY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502005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Morning: Early open-top jeep safari in Nagarhole (elephants &amp; big cats).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051560" y="527608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Afternoon: Authentic regional thali lunch; depart towards Bengaluru.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051560" y="553212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Evening: Arrive in Bengaluru with local sandalwood &amp; spice souvenirs.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629400" y="1783080"/>
            <a:ext cx="482803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965960"/>
            <a:ext cx="4370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AUDIT &amp; FEASIBILITY ENGINE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194560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Cost Accounting (INR ₹)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6060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(Flexible Train/Cab)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9784080" y="2606040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₹4,500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858000" y="2825496"/>
            <a:ext cx="4370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local cabs @ ₹750/p/day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858000" y="308152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Accommodation (1 Room, 2 Nights)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784080" y="3081528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₹5,600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858000" y="3300984"/>
            <a:ext cx="4370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3-star double room @ ₹2,800/night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858000" y="355701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&amp; Dining (2 people, 3 days)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9784080" y="3557016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₹5,400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858000" y="3776472"/>
            <a:ext cx="4370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meals @ ₹900/p/day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858000" y="40325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&amp; Safaris (Palace + Kabini)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784080" y="403250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₹3,000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858000" y="4251960"/>
            <a:ext cx="4370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ASI &amp; Safari entry tickets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858000" y="45079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Buffer (6% tolls/water)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9784080" y="4507992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₹1,110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858000" y="4727448"/>
            <a:ext cx="4370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5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 tolls &amp; incidental expenses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812280" y="5029200"/>
            <a:ext cx="4462272" cy="868680"/>
          </a:xfrm>
          <a:prstGeom prst="roundRect">
            <a:avLst>
              <a:gd name="adj" fmla="val 6316"/>
            </a:avLst>
          </a:prstGeom>
          <a:solidFill>
            <a:srgbClr val="E9F3E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5102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Trip Estimate: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61120" y="508406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2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₹19,610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49440" y="5440680"/>
            <a:ext cx="4187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Budget: ₹20,000  •  Feasibility: Within Budget (98%)  •  Surplus: ₹390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NammaTrip AI • Problem Statement 06 • Kannada Digital Innovation Hackathon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Travellers Across Karnataka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Celebrating Karnataka's rich heritage and culture through accessible, intelligent, and transparent technology.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30368" cy="4297680"/>
          </a:xfrm>
          <a:prstGeom prst="roundRect">
            <a:avLst>
              <a:gd name="adj" fmla="val 1702"/>
            </a:avLst>
          </a:prstGeom>
          <a:solidFill>
            <a:srgbClr val="1B433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4773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ACHIEVEMENTS 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4773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Production-Grade Deliverable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Focused on Problem Statement 06 (AI Travel Planner for Karnataka).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054096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Next.js 16 App Router, React 19, TypeScript &amp; Tailwind CSS v4.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60120" y="345643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456432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Architecture: Gemini 2.5 Flash + Deterministic offline fallback.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60120" y="385876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of 17 automated tests passing in Vitest (unit, validation, storage &amp; API).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60120" y="426110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4261104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TypeScript errors (strict mode) and zero ESLint warnings.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60120" y="4663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663440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catalogue of 15 Karnataka destinations with verified coordinates.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60120" y="506577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5065776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INR budget engine with double-occupancy stay formulas.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60120" y="546811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5468112"/>
            <a:ext cx="4544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Zero-signup browser localStorage persistence, OpenStreetMap, and PDF export.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27064" y="1783080"/>
            <a:ext cx="5230368" cy="4297680"/>
          </a:xfrm>
          <a:prstGeom prst="roundRect">
            <a:avLst>
              <a:gd name="adj" fmla="val 1702"/>
            </a:avLst>
          </a:prstGeom>
          <a:solidFill>
            <a:srgbClr val="14382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965960"/>
            <a:ext cx="4773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POST-HACKATHON ROADMAP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55664" y="2212848"/>
            <a:ext cx="4773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Next Steps for Karnataka Tourism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55664" y="2651760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KSRTC &amp; Indian Railways Real-Time Booking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2889504"/>
            <a:ext cx="4507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seat inventory query and booking links for Airavat Club Class, Rajahamsa, and Vande Bharat trains.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6455664" y="3474720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Multilingual Kannada Voice Assistant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0840" y="3712464"/>
            <a:ext cx="4507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 in Kannada for rural travellers and pilgrims navigating sacred circuits (Dharmasthala, Udupi, Kukke).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455664" y="4297680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Live Weather &amp; Monsoon Landslide Alerts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0840" y="4535424"/>
            <a:ext cx="4507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road safety advisories during peak monsoon across Western Ghats ghat corridors (Charmadi, Shiradi, Agumbe).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455664" y="5120640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Official KSTDC Partnership Integration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5358384"/>
            <a:ext cx="4507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A2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booking passes for Jungle Lodges &amp; Resorts (JLR) and verified state ASI heritage monuments.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NammaTrip AI • Problem Statement 06 • Kannada Digital Innovation Hackathon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Kannada Digital Innovation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NammaTrip AI — Intelligent Karnataka Travel Planner</dc:title>
  <dc:subject>Problem Statement 06 — AI Travel Planner for Karnataka</dc:subject>
  <dc:creator>NammaTrip AI Team</dc:creator>
  <cp:lastModifiedBy>NammaTrip AI Team</cp:lastModifiedBy>
  <cp:revision>1</cp:revision>
  <dcterms:created xsi:type="dcterms:W3CDTF">2026-10-24T17:51:54Z</dcterms:created>
  <dcterms:modified xsi:type="dcterms:W3CDTF">2026-10-24T17:51:54Z</dcterms:modified>
</cp:coreProperties>
</file>